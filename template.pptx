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9" r:id="rId4"/>
    <p:sldId id="258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69" d="100"/>
          <a:sy n="69" d="100"/>
        </p:scale>
        <p:origin x="1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ri Lee" userId="377e4870-da95-4bc8-9eaf-343cc22b08d1" providerId="ADAL" clId="{8AF95786-4AF4-48D6-9282-70F5232F1AB6}"/>
    <pc:docChg chg="undo custSel modSld">
      <pc:chgData name="Khori Lee" userId="377e4870-da95-4bc8-9eaf-343cc22b08d1" providerId="ADAL" clId="{8AF95786-4AF4-48D6-9282-70F5232F1AB6}" dt="2026-02-08T07:29:11.963" v="35" actId="14734"/>
      <pc:docMkLst>
        <pc:docMk/>
      </pc:docMkLst>
      <pc:sldChg chg="modSp mod">
        <pc:chgData name="Khori Lee" userId="377e4870-da95-4bc8-9eaf-343cc22b08d1" providerId="ADAL" clId="{8AF95786-4AF4-48D6-9282-70F5232F1AB6}" dt="2026-02-08T07:21:08.681" v="13"/>
        <pc:sldMkLst>
          <pc:docMk/>
          <pc:sldMk cId="956836801" sldId="256"/>
        </pc:sldMkLst>
        <pc:spChg chg="mod">
          <ac:chgData name="Khori Lee" userId="377e4870-da95-4bc8-9eaf-343cc22b08d1" providerId="ADAL" clId="{8AF95786-4AF4-48D6-9282-70F5232F1AB6}" dt="2026-02-08T07:21:08.681" v="13"/>
          <ac:spMkLst>
            <pc:docMk/>
            <pc:sldMk cId="956836801" sldId="256"/>
            <ac:spMk id="14" creationId="{A62E2069-730C-0A30-6F99-90A2A950744A}"/>
          </ac:spMkLst>
        </pc:spChg>
      </pc:sldChg>
      <pc:sldChg chg="modSp mod">
        <pc:chgData name="Khori Lee" userId="377e4870-da95-4bc8-9eaf-343cc22b08d1" providerId="ADAL" clId="{8AF95786-4AF4-48D6-9282-70F5232F1AB6}" dt="2026-02-08T07:20:20.452" v="12"/>
        <pc:sldMkLst>
          <pc:docMk/>
          <pc:sldMk cId="335237047" sldId="258"/>
        </pc:sldMkLst>
        <pc:spChg chg="mod">
          <ac:chgData name="Khori Lee" userId="377e4870-da95-4bc8-9eaf-343cc22b08d1" providerId="ADAL" clId="{8AF95786-4AF4-48D6-9282-70F5232F1AB6}" dt="2026-02-08T07:20:20.452" v="12"/>
          <ac:spMkLst>
            <pc:docMk/>
            <pc:sldMk cId="335237047" sldId="258"/>
            <ac:spMk id="6" creationId="{391124B1-D5B3-CF4D-40BE-4EDCE154C510}"/>
          </ac:spMkLst>
        </pc:spChg>
        <pc:spChg chg="mod">
          <ac:chgData name="Khori Lee" userId="377e4870-da95-4bc8-9eaf-343cc22b08d1" providerId="ADAL" clId="{8AF95786-4AF4-48D6-9282-70F5232F1AB6}" dt="2026-02-08T07:15:43.807" v="3" actId="1076"/>
          <ac:spMkLst>
            <pc:docMk/>
            <pc:sldMk cId="335237047" sldId="258"/>
            <ac:spMk id="7" creationId="{3A13DF7B-BBAB-6B13-8905-17013675752C}"/>
          </ac:spMkLst>
        </pc:spChg>
        <pc:spChg chg="mod">
          <ac:chgData name="Khori Lee" userId="377e4870-da95-4bc8-9eaf-343cc22b08d1" providerId="ADAL" clId="{8AF95786-4AF4-48D6-9282-70F5232F1AB6}" dt="2026-02-08T07:15:42.634" v="2" actId="1076"/>
          <ac:spMkLst>
            <pc:docMk/>
            <pc:sldMk cId="335237047" sldId="258"/>
            <ac:spMk id="10" creationId="{CE201B65-318B-73C8-6575-1AB6A54A31FC}"/>
          </ac:spMkLst>
        </pc:spChg>
      </pc:sldChg>
      <pc:sldChg chg="modSp mod">
        <pc:chgData name="Khori Lee" userId="377e4870-da95-4bc8-9eaf-343cc22b08d1" providerId="ADAL" clId="{8AF95786-4AF4-48D6-9282-70F5232F1AB6}" dt="2026-02-08T07:29:11.963" v="35" actId="14734"/>
        <pc:sldMkLst>
          <pc:docMk/>
          <pc:sldMk cId="2721709724" sldId="259"/>
        </pc:sldMkLst>
        <pc:graphicFrameChg chg="mod modGraphic">
          <ac:chgData name="Khori Lee" userId="377e4870-da95-4bc8-9eaf-343cc22b08d1" providerId="ADAL" clId="{8AF95786-4AF4-48D6-9282-70F5232F1AB6}" dt="2026-02-08T07:29:11.963" v="35" actId="14734"/>
          <ac:graphicFrameMkLst>
            <pc:docMk/>
            <pc:sldMk cId="2721709724" sldId="259"/>
            <ac:graphicFrameMk id="4" creationId="{FE399792-2C0E-3B73-929C-EDE297C86CF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E862-199D-EBA7-3AA3-76DF9FE7B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9F2B7-98DC-77B4-58E6-B71FB2117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26B66-0CC7-4535-6B91-6614D953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52E07-2525-265A-EE99-C9D8D496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00B09-220C-109D-EA8E-7257DF91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0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C2EB-7C9A-F227-7718-B0FDBC5D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F7C93-B2AC-C091-FB5E-59F1DE9AD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5D69C-6DF7-E90E-ECAE-9AC66048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E1772-7397-35FA-64F7-6E0CB560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7F525-A165-85D5-65AF-054FC6BB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3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2307-4017-D7EE-12B6-634A6D1C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40EE3-B9A6-441A-5064-820F271C4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0E1D9-EBF4-F64B-1619-0B5DBDD1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6D071-A8F3-FA0A-D73A-3F1A9F01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F1426-3BFD-E0F3-0954-8C318511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4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F6F7-878D-37AA-D3FC-523A6D3A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4875B-F194-66EC-D976-C19EF4F43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4F71-93C8-D643-9A45-A28ABB235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8E36-A71E-3357-1223-C573E385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D4FBB-76D8-FB55-F1F4-4FDAF304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87EEA-8F1C-C650-BF84-A7E23562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3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3746-BE0E-070D-181C-19829586A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F9DFC-3C77-4294-F54F-61AE14B8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C0D6D-84E3-052E-F748-6EA540952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A2C4A-0721-33AE-2A97-C7FDBE81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01823-38A6-357F-589E-452E87A61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7105C-8EA4-C7B8-68BF-BABD374FB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DABAF-8116-6C19-3905-7100104F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9C525-E578-5042-26F7-C059C86E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9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D5BD-E26B-B9FA-B87D-7C9E83C97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3C769-A539-34E3-3A83-F43340AA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9332F-0DA5-121B-1E61-966A135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2B834-A243-D873-AFBA-B0F1127B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6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3FB39-C740-3C43-F320-11942A7F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4C63A-BF45-D567-BD2C-5A87F2C0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22A9E-A3B6-4BFC-1938-35AE2361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0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ADDC-60D9-BEF4-D0F0-E3008951B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73F7-F226-89D9-7B43-358A3042C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96D9B-53E7-B66D-E075-3907A4285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77C25-B126-9153-B149-248FBDEC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0B7C3-2E84-0F42-00F4-4171F1C5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74863-B826-F486-00F5-0898FC6C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3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B0D0-7F61-F3C1-9DAD-5AFA4F2B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A21F2-9F49-3E2D-B4E0-E2FA2B141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9BD52-F6B6-BB23-6045-33AD7751D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C9D03-33EB-328F-7DDD-CD589BAD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F8DE3-9D46-C8A7-1819-10998A7F1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A6E94-F614-670B-3EF6-ADEF9EEE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4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D3B7-E072-6ABD-38B7-66EC3A10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7C8E7-B035-E712-DBE3-EAA492E6E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90C7B-0B65-9BBC-02CD-6E11A34F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DD3F8-35C6-A6D4-313B-71E272CE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27A0-B307-107A-2683-E570DECF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0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3C1D0-F22D-E828-CBA6-0D867370E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78342-9C04-07A0-B096-E9D33F107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F261-F003-60B6-6B7E-69DB110F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5A237-9505-1BFE-8B35-46618F26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D3A7E-0670-DCDD-44A1-7104D961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5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3320A-079C-E64D-A5DC-DE4B9556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D47E2-6E61-AD43-8135-18F1B068E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DD7BA-9680-8205-290C-5B99E79A0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C8D1B-0E11-4B3D-B5E4-1ADE39E9EBEF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DE762-22FE-DA8D-F595-CB52848FE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84E19-8E42-24EC-132C-CA7E7DB07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FEF8F-E68B-4EC4-A42C-C8F448725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5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911C73-365B-EE83-8CC2-C606ED63AD73}"/>
              </a:ext>
            </a:extLst>
          </p:cNvPr>
          <p:cNvSpPr/>
          <p:nvPr/>
        </p:nvSpPr>
        <p:spPr>
          <a:xfrm>
            <a:off x="0" y="0"/>
            <a:ext cx="12192001" cy="6858001"/>
          </a:xfrm>
          <a:custGeom>
            <a:avLst/>
            <a:gdLst/>
            <a:ahLst/>
            <a:cxnLst/>
            <a:rect l="0" t="0" r="0" b="0"/>
            <a:pathLst>
              <a:path w="12192001" h="6858001">
                <a:moveTo>
                  <a:pt x="0" y="0"/>
                </a:moveTo>
                <a:lnTo>
                  <a:pt x="12192000" y="0"/>
                </a:lnTo>
                <a:lnTo>
                  <a:pt x="12192000" y="2540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D24FB-733C-219A-F487-9373CDAF9611}"/>
              </a:ext>
            </a:extLst>
          </p:cNvPr>
          <p:cNvSpPr txBox="1"/>
          <p:nvPr/>
        </p:nvSpPr>
        <p:spPr>
          <a:xfrm>
            <a:off x="635000" y="1905000"/>
            <a:ext cx="76200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WEEKLY</a:t>
            </a:r>
          </a:p>
          <a:p>
            <a:r>
              <a:rPr lang="en-US" sz="6000" b="1" dirty="0">
                <a:solidFill>
                  <a:srgbClr val="FFFFFF"/>
                </a:solidFill>
              </a:rPr>
              <a:t>GOAL SETTING</a:t>
            </a:r>
          </a:p>
          <a:p>
            <a:r>
              <a:rPr lang="en-US" sz="6000" b="1" dirty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4" name="TARGET_MAIN_DATE">
            <a:extLst>
              <a:ext uri="{FF2B5EF4-FFF2-40B4-BE49-F238E27FC236}">
                <a16:creationId xmlns:a16="http://schemas.microsoft.com/office/drawing/2014/main" id="{0642F90C-C6FF-A891-C312-A2BB90471299}"/>
              </a:ext>
            </a:extLst>
          </p:cNvPr>
          <p:cNvSpPr txBox="1"/>
          <p:nvPr/>
        </p:nvSpPr>
        <p:spPr>
          <a:xfrm>
            <a:off x="635000" y="4780022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dirty="0">
                <a:solidFill>
                  <a:srgbClr val="C8C8C8"/>
                </a:solidFill>
              </a:rPr>
              <a:t>{{DATE_TODAY}}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84E0F-9DB5-2EF2-9360-79067E864E68}"/>
              </a:ext>
            </a:extLst>
          </p:cNvPr>
          <p:cNvSpPr txBox="1"/>
          <p:nvPr/>
        </p:nvSpPr>
        <p:spPr>
          <a:xfrm>
            <a:off x="7620000" y="4064000"/>
            <a:ext cx="381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400" b="1">
                <a:solidFill>
                  <a:srgbClr val="646464"/>
                </a:solidFill>
              </a:rPr>
              <a:t>TEAMS MANAGED: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9B872B-2B95-215B-4185-4D05AE97DA93}"/>
              </a:ext>
            </a:extLst>
          </p:cNvPr>
          <p:cNvSpPr/>
          <p:nvPr/>
        </p:nvSpPr>
        <p:spPr>
          <a:xfrm>
            <a:off x="8255000" y="4572000"/>
            <a:ext cx="3175000" cy="571500"/>
          </a:xfrm>
          <a:prstGeom prst="round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ESCALATIONS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8D4856-5ED2-945E-4512-A5B8BEDA7FB1}"/>
              </a:ext>
            </a:extLst>
          </p:cNvPr>
          <p:cNvSpPr/>
          <p:nvPr/>
        </p:nvSpPr>
        <p:spPr>
          <a:xfrm>
            <a:off x="8255000" y="5270500"/>
            <a:ext cx="3175000" cy="571500"/>
          </a:xfrm>
          <a:prstGeom prst="round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CID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1F226D-A151-EB3F-9D66-C634DDE6A169}"/>
              </a:ext>
            </a:extLst>
          </p:cNvPr>
          <p:cNvSpPr/>
          <p:nvPr/>
        </p:nvSpPr>
        <p:spPr>
          <a:xfrm>
            <a:off x="8255000" y="5969000"/>
            <a:ext cx="3175000" cy="571500"/>
          </a:xfrm>
          <a:prstGeom prst="round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BILINGUAL</a:t>
            </a:r>
          </a:p>
        </p:txBody>
      </p:sp>
    </p:spTree>
    <p:extLst>
      <p:ext uri="{BB962C8B-B14F-4D97-AF65-F5344CB8AC3E}">
        <p14:creationId xmlns:p14="http://schemas.microsoft.com/office/powerpoint/2010/main" val="811839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089F84-D1BE-2C9E-527F-5EFA389C670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9B6FA-21BB-A482-3C0C-77F6305691EE}"/>
              </a:ext>
            </a:extLst>
          </p:cNvPr>
          <p:cNvSpPr txBox="1"/>
          <p:nvPr/>
        </p:nvSpPr>
        <p:spPr>
          <a:xfrm>
            <a:off x="254000" y="254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WEEKLY PERFORMANCE REVIEW</a:t>
            </a:r>
          </a:p>
        </p:txBody>
      </p:sp>
      <p:sp>
        <p:nvSpPr>
          <p:cNvPr id="4" name="TARGET_DATE">
            <a:extLst>
              <a:ext uri="{FF2B5EF4-FFF2-40B4-BE49-F238E27FC236}">
                <a16:creationId xmlns:a16="http://schemas.microsoft.com/office/drawing/2014/main" id="{8B2E7194-F519-F710-F30D-48E524ECB7B4}"/>
              </a:ext>
            </a:extLst>
          </p:cNvPr>
          <p:cNvSpPr txBox="1"/>
          <p:nvPr/>
        </p:nvSpPr>
        <p:spPr>
          <a:xfrm>
            <a:off x="8890000" y="381000"/>
            <a:ext cx="3048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dirty="0">
                <a:solidFill>
                  <a:srgbClr val="C8C8C8"/>
                </a:solidFill>
              </a:rPr>
              <a:t>{{DATE_TODAY}}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210D4C-E4EC-AF27-3B25-B616D7A76AF8}"/>
              </a:ext>
            </a:extLst>
          </p:cNvPr>
          <p:cNvSpPr/>
          <p:nvPr/>
        </p:nvSpPr>
        <p:spPr>
          <a:xfrm>
            <a:off x="635000" y="1270000"/>
            <a:ext cx="3302000" cy="12700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49AB9-1662-F80D-F080-E878998F53FF}"/>
              </a:ext>
            </a:extLst>
          </p:cNvPr>
          <p:cNvSpPr txBox="1"/>
          <p:nvPr/>
        </p:nvSpPr>
        <p:spPr>
          <a:xfrm>
            <a:off x="889000" y="1397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dirty="0">
                <a:solidFill>
                  <a:srgbClr val="646464"/>
                </a:solidFill>
              </a:rPr>
              <a:t>TEAM IQA</a:t>
            </a:r>
          </a:p>
        </p:txBody>
      </p:sp>
      <p:sp>
        <p:nvSpPr>
          <p:cNvPr id="7" name="TARGET_METRIC_1">
            <a:extLst>
              <a:ext uri="{FF2B5EF4-FFF2-40B4-BE49-F238E27FC236}">
                <a16:creationId xmlns:a16="http://schemas.microsoft.com/office/drawing/2014/main" id="{5C19804E-2BB7-E345-18AF-EF32FA1F7A98}"/>
              </a:ext>
            </a:extLst>
          </p:cNvPr>
          <p:cNvSpPr txBox="1"/>
          <p:nvPr/>
        </p:nvSpPr>
        <p:spPr>
          <a:xfrm>
            <a:off x="889000" y="1778000"/>
            <a:ext cx="254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/>
              <a:t>{{VAL_1}}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B5B611-BA0F-E8BF-C528-2C38137D5FC9}"/>
              </a:ext>
            </a:extLst>
          </p:cNvPr>
          <p:cNvSpPr/>
          <p:nvPr/>
        </p:nvSpPr>
        <p:spPr>
          <a:xfrm>
            <a:off x="4445000" y="1270000"/>
            <a:ext cx="3302000" cy="12700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A593A-3D5F-62E8-61FC-F7BD1D90CFAA}"/>
              </a:ext>
            </a:extLst>
          </p:cNvPr>
          <p:cNvSpPr txBox="1"/>
          <p:nvPr/>
        </p:nvSpPr>
        <p:spPr>
          <a:xfrm>
            <a:off x="4699000" y="1397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dirty="0">
                <a:solidFill>
                  <a:srgbClr val="646464"/>
                </a:solidFill>
              </a:rPr>
              <a:t>SHOW RATE</a:t>
            </a:r>
          </a:p>
        </p:txBody>
      </p:sp>
      <p:sp>
        <p:nvSpPr>
          <p:cNvPr id="10" name="TARGET_METRIC_2">
            <a:extLst>
              <a:ext uri="{FF2B5EF4-FFF2-40B4-BE49-F238E27FC236}">
                <a16:creationId xmlns:a16="http://schemas.microsoft.com/office/drawing/2014/main" id="{6BBC3A0A-67C1-9D3A-CF16-F94AC88694F5}"/>
              </a:ext>
            </a:extLst>
          </p:cNvPr>
          <p:cNvSpPr txBox="1"/>
          <p:nvPr/>
        </p:nvSpPr>
        <p:spPr>
          <a:xfrm>
            <a:off x="4699000" y="1778000"/>
            <a:ext cx="254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/>
              <a:t>{{VAL_2}}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00B763-C528-6175-ECBD-F99B3D21BAE0}"/>
              </a:ext>
            </a:extLst>
          </p:cNvPr>
          <p:cNvSpPr/>
          <p:nvPr/>
        </p:nvSpPr>
        <p:spPr>
          <a:xfrm>
            <a:off x="8255000" y="1270000"/>
            <a:ext cx="3302000" cy="12700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801CBD-0D04-05C1-8C46-0194F7C6514F}"/>
              </a:ext>
            </a:extLst>
          </p:cNvPr>
          <p:cNvSpPr txBox="1"/>
          <p:nvPr/>
        </p:nvSpPr>
        <p:spPr>
          <a:xfrm>
            <a:off x="8509000" y="1397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dirty="0">
                <a:solidFill>
                  <a:srgbClr val="646464"/>
                </a:solidFill>
              </a:rPr>
              <a:t>TEAM AHT</a:t>
            </a:r>
          </a:p>
        </p:txBody>
      </p:sp>
      <p:sp>
        <p:nvSpPr>
          <p:cNvPr id="13" name="TARGET_METRIC_3">
            <a:extLst>
              <a:ext uri="{FF2B5EF4-FFF2-40B4-BE49-F238E27FC236}">
                <a16:creationId xmlns:a16="http://schemas.microsoft.com/office/drawing/2014/main" id="{6C4CA758-B55C-A107-AFDF-B4032A5EBF31}"/>
              </a:ext>
            </a:extLst>
          </p:cNvPr>
          <p:cNvSpPr txBox="1"/>
          <p:nvPr/>
        </p:nvSpPr>
        <p:spPr>
          <a:xfrm>
            <a:off x="8509000" y="1778000"/>
            <a:ext cx="254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/>
              <a:t>{{VAL_3}}</a:t>
            </a:r>
          </a:p>
        </p:txBody>
      </p:sp>
      <p:sp>
        <p:nvSpPr>
          <p:cNvPr id="14" name="TARGET_TEAM_CHART">
            <a:extLst>
              <a:ext uri="{FF2B5EF4-FFF2-40B4-BE49-F238E27FC236}">
                <a16:creationId xmlns:a16="http://schemas.microsoft.com/office/drawing/2014/main" id="{A62E2069-730C-0A30-6F99-90A2A950744A}"/>
              </a:ext>
            </a:extLst>
          </p:cNvPr>
          <p:cNvSpPr/>
          <p:nvPr/>
        </p:nvSpPr>
        <p:spPr>
          <a:xfrm>
            <a:off x="635000" y="2794000"/>
            <a:ext cx="10922000" cy="3175000"/>
          </a:xfrm>
          <a:prstGeom prst="rect">
            <a:avLst/>
          </a:prstGeom>
          <a:solidFill>
            <a:srgbClr val="FFFFFF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69696"/>
                </a:solidFill>
              </a:rPr>
              <a:t>{{CHART_PLACEHOLDER}}</a:t>
            </a:r>
          </a:p>
        </p:txBody>
      </p:sp>
      <p:sp>
        <p:nvSpPr>
          <p:cNvPr id="15" name="TARGET_TEAM_SUMMARY">
            <a:extLst>
              <a:ext uri="{FF2B5EF4-FFF2-40B4-BE49-F238E27FC236}">
                <a16:creationId xmlns:a16="http://schemas.microsoft.com/office/drawing/2014/main" id="{90371A40-B876-576C-4BA7-EC2AF3E68B62}"/>
              </a:ext>
            </a:extLst>
          </p:cNvPr>
          <p:cNvSpPr/>
          <p:nvPr/>
        </p:nvSpPr>
        <p:spPr>
          <a:xfrm>
            <a:off x="635000" y="6070600"/>
            <a:ext cx="10922000" cy="660400"/>
          </a:xfrm>
          <a:prstGeom prst="rect">
            <a:avLst/>
          </a:prstGeom>
          <a:solidFill>
            <a:srgbClr val="E6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03864"/>
                </a:solidFill>
              </a:rPr>
              <a:t>{{TEAM_INSIGHT_SUMMARY}}</a:t>
            </a:r>
          </a:p>
        </p:txBody>
      </p:sp>
    </p:spTree>
    <p:extLst>
      <p:ext uri="{BB962C8B-B14F-4D97-AF65-F5344CB8AC3E}">
        <p14:creationId xmlns:p14="http://schemas.microsoft.com/office/powerpoint/2010/main" val="95683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844D57-9DDD-2C89-8306-C6658D64AF35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03570-5B3E-963C-9B45-6D9D52FD8383}"/>
              </a:ext>
            </a:extLst>
          </p:cNvPr>
          <p:cNvSpPr txBox="1"/>
          <p:nvPr/>
        </p:nvSpPr>
        <p:spPr>
          <a:xfrm>
            <a:off x="254000" y="127000"/>
            <a:ext cx="889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WATCHLIST: WEEK OVER WEEK CHANGE</a:t>
            </a:r>
          </a:p>
        </p:txBody>
      </p:sp>
      <p:graphicFrame>
        <p:nvGraphicFramePr>
          <p:cNvPr id="4" name="TARGET_WATCHLIST_TABLE">
            <a:extLst>
              <a:ext uri="{FF2B5EF4-FFF2-40B4-BE49-F238E27FC236}">
                <a16:creationId xmlns:a16="http://schemas.microsoft.com/office/drawing/2014/main" id="{FE399792-2C0E-3B73-929C-EDE297C86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3750"/>
              </p:ext>
            </p:extLst>
          </p:nvPr>
        </p:nvGraphicFramePr>
        <p:xfrm>
          <a:off x="254000" y="889001"/>
          <a:ext cx="11683997" cy="3717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2560660861"/>
                    </a:ext>
                  </a:extLst>
                </a:gridCol>
                <a:gridCol w="1299633">
                  <a:extLst>
                    <a:ext uri="{9D8B030D-6E8A-4147-A177-3AD203B41FA5}">
                      <a16:colId xmlns:a16="http://schemas.microsoft.com/office/drawing/2014/main" val="788015589"/>
                    </a:ext>
                  </a:extLst>
                </a:gridCol>
                <a:gridCol w="1135944">
                  <a:extLst>
                    <a:ext uri="{9D8B030D-6E8A-4147-A177-3AD203B41FA5}">
                      <a16:colId xmlns:a16="http://schemas.microsoft.com/office/drawing/2014/main" val="3211282172"/>
                    </a:ext>
                  </a:extLst>
                </a:gridCol>
                <a:gridCol w="1135944">
                  <a:extLst>
                    <a:ext uri="{9D8B030D-6E8A-4147-A177-3AD203B41FA5}">
                      <a16:colId xmlns:a16="http://schemas.microsoft.com/office/drawing/2014/main" val="138128659"/>
                    </a:ext>
                  </a:extLst>
                </a:gridCol>
                <a:gridCol w="1135944">
                  <a:extLst>
                    <a:ext uri="{9D8B030D-6E8A-4147-A177-3AD203B41FA5}">
                      <a16:colId xmlns:a16="http://schemas.microsoft.com/office/drawing/2014/main" val="2147614611"/>
                    </a:ext>
                  </a:extLst>
                </a:gridCol>
                <a:gridCol w="1135944">
                  <a:extLst>
                    <a:ext uri="{9D8B030D-6E8A-4147-A177-3AD203B41FA5}">
                      <a16:colId xmlns:a16="http://schemas.microsoft.com/office/drawing/2014/main" val="3833741593"/>
                    </a:ext>
                  </a:extLst>
                </a:gridCol>
                <a:gridCol w="2109611">
                  <a:extLst>
                    <a:ext uri="{9D8B030D-6E8A-4147-A177-3AD203B41FA5}">
                      <a16:colId xmlns:a16="http://schemas.microsoft.com/office/drawing/2014/main" val="888896139"/>
                    </a:ext>
                  </a:extLst>
                </a:gridCol>
                <a:gridCol w="1622777">
                  <a:extLst>
                    <a:ext uri="{9D8B030D-6E8A-4147-A177-3AD203B41FA5}">
                      <a16:colId xmlns:a16="http://schemas.microsoft.com/office/drawing/2014/main" val="4091393690"/>
                    </a:ext>
                  </a:extLst>
                </a:gridCol>
              </a:tblGrid>
              <a:tr h="531091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WEEK -2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LAST WK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ACTIVE PLAN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LAST SESSION</a:t>
                      </a:r>
                    </a:p>
                  </a:txBody>
                  <a:tcPr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075347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C8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768368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935427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035638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11086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772152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823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70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4BFE1-4453-6536-85B5-D483F3B72DB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7E666-5CDB-9E54-3C98-FD2097F4E181}"/>
              </a:ext>
            </a:extLst>
          </p:cNvPr>
          <p:cNvSpPr txBox="1"/>
          <p:nvPr/>
        </p:nvSpPr>
        <p:spPr>
          <a:xfrm>
            <a:off x="254000" y="127000"/>
            <a:ext cx="635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AGENT PERFORMANCE REVIEW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38BF71-0002-E0F2-E71B-732A37282959}"/>
              </a:ext>
            </a:extLst>
          </p:cNvPr>
          <p:cNvSpPr/>
          <p:nvPr/>
        </p:nvSpPr>
        <p:spPr>
          <a:xfrm>
            <a:off x="254000" y="1016000"/>
            <a:ext cx="3175000" cy="5588000"/>
          </a:xfrm>
          <a:prstGeom prst="roundRect">
            <a:avLst/>
          </a:prstGeom>
          <a:solidFill>
            <a:srgbClr val="F0F0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RGET_AGENT_NAME">
            <a:extLst>
              <a:ext uri="{FF2B5EF4-FFF2-40B4-BE49-F238E27FC236}">
                <a16:creationId xmlns:a16="http://schemas.microsoft.com/office/drawing/2014/main" id="{B261088C-39E2-5389-A205-2E8891D119B0}"/>
              </a:ext>
            </a:extLst>
          </p:cNvPr>
          <p:cNvSpPr txBox="1"/>
          <p:nvPr/>
        </p:nvSpPr>
        <p:spPr>
          <a:xfrm>
            <a:off x="508000" y="1270000"/>
            <a:ext cx="254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/>
              <a:t>{{AGENT_NAME}}</a:t>
            </a:r>
          </a:p>
        </p:txBody>
      </p:sp>
      <p:sp>
        <p:nvSpPr>
          <p:cNvPr id="6" name="TARGET_KPI_VALUE">
            <a:extLst>
              <a:ext uri="{FF2B5EF4-FFF2-40B4-BE49-F238E27FC236}">
                <a16:creationId xmlns:a16="http://schemas.microsoft.com/office/drawing/2014/main" id="{391124B1-D5B3-CF4D-40BE-4EDCE154C510}"/>
              </a:ext>
            </a:extLst>
          </p:cNvPr>
          <p:cNvSpPr txBox="1"/>
          <p:nvPr/>
        </p:nvSpPr>
        <p:spPr>
          <a:xfrm>
            <a:off x="508000" y="1905000"/>
            <a:ext cx="2540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5400" b="1" dirty="0">
                <a:solidFill>
                  <a:srgbClr val="C80000"/>
                </a:solidFill>
              </a:rPr>
              <a:t>{{SCORE}}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3DF7B-BBAB-6B13-8905-17013675752C}"/>
              </a:ext>
            </a:extLst>
          </p:cNvPr>
          <p:cNvSpPr/>
          <p:nvPr/>
        </p:nvSpPr>
        <p:spPr>
          <a:xfrm>
            <a:off x="3683000" y="1016000"/>
            <a:ext cx="8255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FB698-6C91-442F-762F-DEFC285F5A16}"/>
              </a:ext>
            </a:extLst>
          </p:cNvPr>
          <p:cNvSpPr txBox="1"/>
          <p:nvPr/>
        </p:nvSpPr>
        <p:spPr>
          <a:xfrm>
            <a:off x="3810000" y="1143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46464"/>
                </a:solidFill>
              </a:rPr>
              <a:t>ROOT CAUSE ANALYSIS</a:t>
            </a:r>
          </a:p>
        </p:txBody>
      </p:sp>
      <p:sp>
        <p:nvSpPr>
          <p:cNvPr id="9" name="TARGET_AI_ANALYSIS">
            <a:extLst>
              <a:ext uri="{FF2B5EF4-FFF2-40B4-BE49-F238E27FC236}">
                <a16:creationId xmlns:a16="http://schemas.microsoft.com/office/drawing/2014/main" id="{68B86D6D-28C3-21AF-DFCB-52B9D6EB13E1}"/>
              </a:ext>
            </a:extLst>
          </p:cNvPr>
          <p:cNvSpPr txBox="1"/>
          <p:nvPr/>
        </p:nvSpPr>
        <p:spPr>
          <a:xfrm>
            <a:off x="3810000" y="1524000"/>
            <a:ext cx="787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{{AI_ANALYSIS_TEXT}}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01B65-318B-73C8-6575-1AB6A54A31FC}"/>
              </a:ext>
            </a:extLst>
          </p:cNvPr>
          <p:cNvSpPr/>
          <p:nvPr/>
        </p:nvSpPr>
        <p:spPr>
          <a:xfrm>
            <a:off x="3683000" y="3810000"/>
            <a:ext cx="8255000" cy="2794000"/>
          </a:xfrm>
          <a:prstGeom prst="rect">
            <a:avLst/>
          </a:prstGeom>
          <a:solidFill>
            <a:srgbClr val="E6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73423-4465-9691-E24D-E8ABA8952A69}"/>
              </a:ext>
            </a:extLst>
          </p:cNvPr>
          <p:cNvSpPr txBox="1"/>
          <p:nvPr/>
        </p:nvSpPr>
        <p:spPr>
          <a:xfrm>
            <a:off x="3810000" y="3937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03864"/>
                </a:solidFill>
              </a:rPr>
              <a:t>SMART GOAL &amp; ACTION PLAN</a:t>
            </a:r>
          </a:p>
        </p:txBody>
      </p:sp>
      <p:sp>
        <p:nvSpPr>
          <p:cNvPr id="12" name="TARGET_ACTION_PLAN">
            <a:extLst>
              <a:ext uri="{FF2B5EF4-FFF2-40B4-BE49-F238E27FC236}">
                <a16:creationId xmlns:a16="http://schemas.microsoft.com/office/drawing/2014/main" id="{8B40A2CC-1453-9E78-5CB4-E8EE2E234341}"/>
              </a:ext>
            </a:extLst>
          </p:cNvPr>
          <p:cNvSpPr txBox="1"/>
          <p:nvPr/>
        </p:nvSpPr>
        <p:spPr>
          <a:xfrm>
            <a:off x="3810000" y="4318000"/>
            <a:ext cx="787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{{AI_ACTION_PLAN}}</a:t>
            </a:r>
          </a:p>
        </p:txBody>
      </p:sp>
    </p:spTree>
    <p:extLst>
      <p:ext uri="{BB962C8B-B14F-4D97-AF65-F5344CB8AC3E}">
        <p14:creationId xmlns:p14="http://schemas.microsoft.com/office/powerpoint/2010/main" val="33523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4BF296-9007-F94B-16FB-E483AB03AEC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23239-9386-8F57-6833-080C2E893572}"/>
              </a:ext>
            </a:extLst>
          </p:cNvPr>
          <p:cNvSpPr txBox="1"/>
          <p:nvPr/>
        </p:nvSpPr>
        <p:spPr>
          <a:xfrm>
            <a:off x="254000" y="254000"/>
            <a:ext cx="889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TEAM INITIATIVES &amp; ENGAGEMENT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960092-4578-7FCA-B3A3-4A2DA7D12449}"/>
              </a:ext>
            </a:extLst>
          </p:cNvPr>
          <p:cNvSpPr/>
          <p:nvPr/>
        </p:nvSpPr>
        <p:spPr>
          <a:xfrm>
            <a:off x="381000" y="1397000"/>
            <a:ext cx="5524500" cy="50800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6F139-15FB-AC27-90AC-814CA6DFC10B}"/>
              </a:ext>
            </a:extLst>
          </p:cNvPr>
          <p:cNvSpPr/>
          <p:nvPr/>
        </p:nvSpPr>
        <p:spPr>
          <a:xfrm>
            <a:off x="381000" y="1397000"/>
            <a:ext cx="5524500" cy="635000"/>
          </a:xfrm>
          <a:prstGeom prst="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2722C5-07D5-91AE-665F-E5EEF824F8B1}"/>
              </a:ext>
            </a:extLst>
          </p:cNvPr>
          <p:cNvSpPr txBox="1"/>
          <p:nvPr/>
        </p:nvSpPr>
        <p:spPr>
          <a:xfrm>
            <a:off x="508000" y="1524000"/>
            <a:ext cx="508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UPCOMING EVENTS &amp; FOCUS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2D4E4-B0E3-4BEC-92B6-EEEFEF05F9F1}"/>
              </a:ext>
            </a:extLst>
          </p:cNvPr>
          <p:cNvSpPr txBox="1"/>
          <p:nvPr/>
        </p:nvSpPr>
        <p:spPr>
          <a:xfrm>
            <a:off x="508000" y="2159000"/>
            <a:ext cx="52705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23232"/>
                </a:solidFill>
              </a:rPr>
              <a:t>• Focus of the week: [Enter Topic]</a:t>
            </a:r>
          </a:p>
          <a:p>
            <a:r>
              <a:rPr lang="en-US" sz="1600">
                <a:solidFill>
                  <a:srgbClr val="323232"/>
                </a:solidFill>
              </a:rPr>
              <a:t>• Upcoming Training: [Date]</a:t>
            </a:r>
          </a:p>
          <a:p>
            <a:r>
              <a:rPr lang="en-US" sz="1600">
                <a:solidFill>
                  <a:srgbClr val="323232"/>
                </a:solidFill>
              </a:rPr>
              <a:t>• Reminder: [Enter Reminder]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4BA377-40F0-6656-5CC0-7CE7957371F6}"/>
              </a:ext>
            </a:extLst>
          </p:cNvPr>
          <p:cNvSpPr/>
          <p:nvPr/>
        </p:nvSpPr>
        <p:spPr>
          <a:xfrm>
            <a:off x="6286500" y="1397000"/>
            <a:ext cx="5524500" cy="5080000"/>
          </a:xfrm>
          <a:prstGeom prst="roundRect">
            <a:avLst/>
          </a:prstGeom>
          <a:solidFill>
            <a:srgbClr val="E6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1E50B-6DA5-4967-414A-3BFF8D427DE6}"/>
              </a:ext>
            </a:extLst>
          </p:cNvPr>
          <p:cNvSpPr/>
          <p:nvPr/>
        </p:nvSpPr>
        <p:spPr>
          <a:xfrm>
            <a:off x="6286500" y="1397000"/>
            <a:ext cx="5524500" cy="635000"/>
          </a:xfrm>
          <a:prstGeom prst="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2DA93-603B-DB4A-A9D0-D95C2FA8B818}"/>
              </a:ext>
            </a:extLst>
          </p:cNvPr>
          <p:cNvSpPr txBox="1"/>
          <p:nvPr/>
        </p:nvSpPr>
        <p:spPr>
          <a:xfrm>
            <a:off x="6413500" y="1524000"/>
            <a:ext cx="508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TEAM WINS &amp; SHOUT-OUTS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0F449-0C01-B71A-84F0-515EE64D578E}"/>
              </a:ext>
            </a:extLst>
          </p:cNvPr>
          <p:cNvSpPr txBox="1"/>
          <p:nvPr/>
        </p:nvSpPr>
        <p:spPr>
          <a:xfrm>
            <a:off x="6413500" y="2159000"/>
            <a:ext cx="52705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323232"/>
                </a:solidFill>
              </a:rPr>
              <a:t>? Top Performer: [Name]</a:t>
            </a:r>
          </a:p>
          <a:p>
            <a:r>
              <a:rPr lang="en-US" sz="1600" dirty="0">
                <a:solidFill>
                  <a:srgbClr val="323232"/>
                </a:solidFill>
              </a:rPr>
              <a:t>? Best IQA Score: [Name]</a:t>
            </a:r>
          </a:p>
          <a:p>
            <a:r>
              <a:rPr lang="en-US" sz="1600" dirty="0">
                <a:solidFill>
                  <a:srgbClr val="323232"/>
                </a:solidFill>
              </a:rPr>
              <a:t>? Customer Compliment: [Name]</a:t>
            </a:r>
          </a:p>
        </p:txBody>
      </p:sp>
    </p:spTree>
    <p:extLst>
      <p:ext uri="{BB962C8B-B14F-4D97-AF65-F5344CB8AC3E}">
        <p14:creationId xmlns:p14="http://schemas.microsoft.com/office/powerpoint/2010/main" val="141162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166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Khori Lee</dc:creator>
  <cp:lastModifiedBy>Khori Lee</cp:lastModifiedBy>
  <cp:revision>5</cp:revision>
  <dcterms:created xsi:type="dcterms:W3CDTF">2026-02-08T03:34:36Z</dcterms:created>
  <dcterms:modified xsi:type="dcterms:W3CDTF">2026-02-08T09:07:18Z</dcterms:modified>
</cp:coreProperties>
</file>